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qkrwlgns156@naveer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22028" y="0"/>
            <a:ext cx="14363687" cy="10285714"/>
            <a:chOff x="3922028" y="0"/>
            <a:chExt cx="14363687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2028" y="0"/>
              <a:ext cx="14363687" cy="1028571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953000" y="7397843"/>
            <a:ext cx="11798856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8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해야만 한다면 완벽하게</a:t>
            </a:r>
            <a:endParaRPr lang="en-US" sz="80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770" y="8415660"/>
            <a:ext cx="377410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(입사지원 직무)</a:t>
            </a:r>
          </a:p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Front-end Engineer</a:t>
            </a:r>
            <a:endParaRPr 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770" y="537967"/>
            <a:ext cx="617142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2025.11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9770" y="9252467"/>
            <a:ext cx="617142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이름</a:t>
            </a:r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)</a:t>
            </a:r>
          </a:p>
          <a:p>
            <a:r>
              <a:rPr lang="ko-KR" alt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박지훈</a:t>
            </a:r>
            <a:endParaRPr lang="en-US" sz="18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16751855" y="8433077"/>
            <a:ext cx="305749" cy="305749"/>
            <a:chOff x="16751855" y="8433077"/>
            <a:chExt cx="305749" cy="30574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1855" y="8433077"/>
              <a:ext cx="305749" cy="3057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28933" y="846641"/>
            <a:ext cx="1147381" cy="1147381"/>
            <a:chOff x="1128933" y="846641"/>
            <a:chExt cx="1147381" cy="114738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6720000">
              <a:off x="1128933" y="846641"/>
              <a:ext cx="1147381" cy="114738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97859" y="2121381"/>
            <a:ext cx="15298400" cy="869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SSAFY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개발자의 꿈을 키우고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프론트엔드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엔지니어로서 성장한 박지훈입니다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외관뿐만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아니라 사용자의 편의성까지 모두 고려하는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UI/UX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설계를 꾸준히 해왔습니다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endParaRPr 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03217" y="5920067"/>
            <a:ext cx="6946582" cy="31840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SKILLS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JavaScript  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■■■■□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  	   -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JS기반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프로임워크와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라이브러리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사용가능</a:t>
            </a:r>
            <a:b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</a:br>
            <a:endParaRPr lang="en-US" altLang="ko-KR" sz="7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Vue.JS	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 ■■■■□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	   -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컴포넌트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개념을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이해하고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재사용을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위한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개발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가능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React.JS	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 ■■■■□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	   - React Hooks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를 활용하여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효율적인 개발 가능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03217" y="4254683"/>
            <a:ext cx="6336983" cy="1545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AWARDS / CERTIFICATES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2025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성적우수상  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SSAFY 1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학기 성적우수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2025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우수상        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SSAFY 2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학기 특화프로젝트 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등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1578" y="6300804"/>
            <a:ext cx="4678571" cy="1545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EDUCATION / EXPERIENCE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(2025 ~ 현  재) 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삼성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청년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SW </a:t>
            </a:r>
            <a:r>
              <a:rPr lang="en-US" altLang="ko-KR" sz="160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아카데미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13기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(2022 ~ 2022) 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REPL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학부연구생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(2018 ~ 2025)  </a:t>
            </a:r>
            <a:r>
              <a:rPr lang="ko-KR" altLang="en-US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전남대학교 기계공학부 졸업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7505" y="4279398"/>
            <a:ext cx="4562286" cy="15451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CONTACT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Phone      010-9382-0984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E-mail      </a:t>
            </a: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  <a:hlinkClick r:id="rId3"/>
              </a:rPr>
              <a:t>qkrwlgns156@naveer.com</a:t>
            </a:r>
            <a:endParaRPr lang="en-US" altLang="ko-KR" sz="16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Regular" pitchFamily="34" charset="0"/>
              </a:rPr>
              <a:t>Git-hub    https://github.com/jhun156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60848" y="1315438"/>
            <a:ext cx="16346152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7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내가 사용하고 싶을 정도로 편의성을 설계하는</a:t>
            </a:r>
            <a:r>
              <a:rPr lang="en-US" sz="27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 프론트엔드 </a:t>
            </a:r>
            <a:r>
              <a:rPr lang="en-US" sz="2700" kern="0" spc="100" dirty="0" err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엔지니어</a:t>
            </a:r>
            <a:r>
              <a:rPr lang="en-US" sz="27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 </a:t>
            </a:r>
            <a:r>
              <a:rPr lang="ko-KR" altLang="en-US" sz="27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박지훈</a:t>
            </a:r>
            <a:r>
              <a:rPr lang="en-US" sz="2700" kern="0" spc="100" dirty="0" err="1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입니다</a:t>
            </a:r>
            <a:r>
              <a:rPr lang="en-US" sz="27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. 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9448800" y="4076700"/>
            <a:ext cx="0" cy="5334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7B4C187-2CF5-429A-A057-6064A7B8D2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634" y="4221918"/>
            <a:ext cx="2497826" cy="32510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504280" y="953821"/>
            <a:ext cx="931050" cy="931050"/>
            <a:chOff x="4504280" y="953821"/>
            <a:chExt cx="931050" cy="93105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2160000">
              <a:off x="4504280" y="953821"/>
              <a:ext cx="931050" cy="9310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05397" y="1097151"/>
            <a:ext cx="6096612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6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PROJECT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2362" y="2982876"/>
            <a:ext cx="3363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kern="0" spc="1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INDEX.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7241270" y="3059067"/>
            <a:ext cx="7385714" cy="1388737"/>
            <a:chOff x="7241270" y="3059067"/>
            <a:chExt cx="7385714" cy="1388737"/>
          </a:xfrm>
        </p:grpSpPr>
        <p:sp>
          <p:nvSpPr>
            <p:cNvPr id="8" name="Object 8"/>
            <p:cNvSpPr txBox="1"/>
            <p:nvPr/>
          </p:nvSpPr>
          <p:spPr>
            <a:xfrm>
              <a:off x="7241270" y="3059067"/>
              <a:ext cx="70142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8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Noto Sans CJK KR Bold" pitchFamily="34" charset="0"/>
                </a:rPr>
                <a:t>(2025.07 ~ 2025.08) Play Route</a:t>
              </a:r>
              <a:endPara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241270" y="3583232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산책 기반 </a:t>
              </a:r>
              <a:r>
                <a:rPr lang="en-US" altLang="ko-KR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SNS </a:t>
              </a:r>
              <a:r>
                <a:rPr lang="ko-KR" alt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서비스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241270" y="4078472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8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4 - 5 (페이지수)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003" name="그룹 1003"/>
          <p:cNvGrpSpPr/>
          <p:nvPr/>
        </p:nvGrpSpPr>
        <p:grpSpPr>
          <a:xfrm>
            <a:off x="7222223" y="4943190"/>
            <a:ext cx="7385714" cy="1389647"/>
            <a:chOff x="7222223" y="4943190"/>
            <a:chExt cx="7385714" cy="1389647"/>
          </a:xfrm>
        </p:grpSpPr>
        <p:sp>
          <p:nvSpPr>
            <p:cNvPr id="13" name="Object 13"/>
            <p:cNvSpPr txBox="1"/>
            <p:nvPr/>
          </p:nvSpPr>
          <p:spPr>
            <a:xfrm>
              <a:off x="7222223" y="4943190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Noto Sans CJK KR Bold" pitchFamily="34" charset="0"/>
                </a:rPr>
                <a:t>(2025.08 ~ 2025.09) Li-Car</a:t>
              </a: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7222223" y="5468269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병동 약 운반 자율주행 로봇 시뮬레이션 </a:t>
              </a:r>
              <a:r>
                <a: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&amp; </a:t>
              </a:r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통신 프로토콜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222223" y="5963505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6</a:t>
              </a:r>
              <a:r>
                <a:rPr lang="en-US" sz="18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 - </a:t>
              </a:r>
              <a:r>
                <a:rPr 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7</a:t>
              </a:r>
              <a:r>
                <a:rPr lang="en-US" sz="18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 (페이지수)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004" name="그룹 1004"/>
          <p:cNvGrpSpPr/>
          <p:nvPr/>
        </p:nvGrpSpPr>
        <p:grpSpPr>
          <a:xfrm>
            <a:off x="5441450" y="2716739"/>
            <a:ext cx="11282330" cy="12309"/>
            <a:chOff x="5441450" y="2716739"/>
            <a:chExt cx="11282330" cy="1230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5441450" y="2716739"/>
              <a:ext cx="11282330" cy="1230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7239365" y="6893027"/>
            <a:ext cx="7385714" cy="1389647"/>
            <a:chOff x="7239365" y="6893027"/>
            <a:chExt cx="7385714" cy="1389647"/>
          </a:xfrm>
        </p:grpSpPr>
        <p:sp>
          <p:nvSpPr>
            <p:cNvPr id="21" name="Object 21"/>
            <p:cNvSpPr txBox="1"/>
            <p:nvPr/>
          </p:nvSpPr>
          <p:spPr>
            <a:xfrm>
              <a:off x="7239365" y="6893027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Noto Sans CJK KR Bold" pitchFamily="34" charset="0"/>
                </a:rPr>
                <a:t>(2025.10 ~ 2025.11) </a:t>
              </a:r>
              <a:r>
                <a:rPr lang="ko-KR" altLang="en-US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Noto Sans CJK KR Bold" pitchFamily="34" charset="0"/>
                </a:rPr>
                <a:t>롱과 숏 사이</a:t>
              </a:r>
              <a:endParaRPr lang="en-US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Bold" pitchFamily="34" charset="0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7239365" y="7418106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AI </a:t>
              </a:r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기반 주식 기술적 분석 시스템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7239365" y="7913342"/>
              <a:ext cx="738571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8</a:t>
              </a:r>
              <a:r>
                <a:rPr lang="en-US" sz="18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 - </a:t>
              </a:r>
              <a:r>
                <a:rPr lang="en-US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9</a:t>
              </a:r>
              <a:r>
                <a:rPr lang="en-US" sz="180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Noto Sans CJK KR Regular" pitchFamily="34" charset="0"/>
                </a:rPr>
                <a:t> (페이지수)</a:t>
              </a:r>
              <a:endParaRPr 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53209" y="1081317"/>
            <a:ext cx="1054777" cy="1054777"/>
            <a:chOff x="953209" y="1081317"/>
            <a:chExt cx="1054777" cy="105477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209" y="1081317"/>
              <a:ext cx="1054777" cy="105477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71600" y="1273387"/>
            <a:ext cx="957744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7200" kern="0" spc="-3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Play Route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972207" y="2708413"/>
            <a:ext cx="7053208" cy="18055"/>
            <a:chOff x="972207" y="2708413"/>
            <a:chExt cx="7053208" cy="18055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972207" y="2708413"/>
              <a:ext cx="7053208" cy="180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257" y="1091699"/>
            <a:ext cx="548447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Black" pitchFamily="34" charset="0"/>
              </a:rPr>
              <a:t>2025.07 ~ 2025.08</a:t>
            </a:r>
            <a:endParaRPr 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2207" y="3298788"/>
            <a:ext cx="8628993" cy="59246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구현 사항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동네 산책을 탐험과 게임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커뮤니티로 바꾸는 위치 기반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SNS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게시글 생성 및 공유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AR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탐험 미션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게임형 보상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다양한 주제 확장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담당 역할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와이어프레임 및 웹 디자인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기능 구현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전역 베이스 설정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사용자 관리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상점 페이지 구축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마이프로필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연관 네비게이션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스택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React.js, TypeScript,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Zustand</a:t>
            </a: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Tailwind CSS,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Axios</a:t>
            </a: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Vite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 선정 이유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React.js :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ReactHooks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재사용성 강화 및 자율적인 개발 구조 확보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Zustand</a:t>
            </a: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사용자의 정보를 매번 받아올 필요없이 전역으로 관리</a:t>
            </a:r>
            <a:endParaRPr lang="en-US" altLang="ko-KR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TypeScript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프로젝트 품질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유지보수성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협업을 위해 활용</a:t>
            </a:r>
            <a:endParaRPr lang="en-US" altLang="ko-KR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Tailwind CSS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개발 생산성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디자인 일관성을 위해 사용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0643" y="4571429"/>
            <a:ext cx="6171429" cy="4114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Noto Sans CJK KR Medium" pitchFamily="34" charset="0"/>
                <a:cs typeface="Noto Sans CJK KR Medium" pitchFamily="34" charset="0"/>
              </a:rPr>
              <a:t>이미지를 넣어 주세요</a:t>
            </a:r>
            <a:endParaRPr lang="en-US" dirty="0"/>
          </a:p>
        </p:txBody>
      </p:sp>
      <p:sp>
        <p:nvSpPr>
          <p:cNvPr id="15" name="Object 15"/>
          <p:cNvSpPr txBox="1"/>
          <p:nvPr/>
        </p:nvSpPr>
        <p:spPr>
          <a:xfrm rot="-21600000">
            <a:off x="9426967" y="9271512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자신이 걸은 지점에 대해 빈도를 확인하고 랭킹을 산정하는 지표</a:t>
            </a:r>
            <a:endParaRPr 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B6A473-3D8A-4692-BE1E-30CED5F84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966" y="1170206"/>
            <a:ext cx="7260833" cy="8020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5238" y="9275632"/>
            <a:ext cx="617142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8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lay</a:t>
            </a:r>
            <a:r>
              <a:rPr lang="ko-KR" alt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Route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 rot="-21600000">
            <a:off x="1219200" y="826201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사용자의 관심지역을 </a:t>
            </a:r>
            <a:r>
              <a:rPr lang="en-US" altLang="ko-KR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1~3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개 </a:t>
            </a:r>
            <a:r>
              <a:rPr lang="ko-KR" altLang="en-US" sz="1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입력받을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 수 있는 기능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2" name="Object 3"/>
          <p:cNvSpPr txBox="1"/>
          <p:nvPr/>
        </p:nvSpPr>
        <p:spPr>
          <a:xfrm rot="-21600000">
            <a:off x="9432715" y="819479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활동량에 따라 랭킹이 산정되는 기능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3" name="Object 10"/>
          <p:cNvSpPr txBox="1"/>
          <p:nvPr/>
        </p:nvSpPr>
        <p:spPr>
          <a:xfrm>
            <a:off x="1244600" y="5719196"/>
            <a:ext cx="15595600" cy="29546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 성과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실시간 사용자의 위치를 추적하여 여러 이벤트를 성공적으로 발생시키고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프로젝트 기획 아이디어인 새로운 산책의 경험을 제공할 수 있게 됨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프로젝트</a:t>
            </a: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기간 중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팀원들과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백엔드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팀원들간의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기술적 이견이 발생했고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문제점을 파악한 뒤 여러 회의를 통해 해결함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첫 프로젝트를 진행하며 협업을 어떻게 진행하는지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그리고 소통은 어떻게 해야 좋은지를 알 수 있는 좋은 경험이 되었음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sz="17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리뷰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당시 프로젝트가 처음이라 소극적으로 개발을 진행했으나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지금이라면 더 적극적인 자세로 임할 수 있을 것 같음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다양한 팀원들과 하나의 팀을 이루어 개발을 하는 과정에서 개발 실력적으로나 인격적으로 성장할 수 있는 계기가 되었음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D8B6C6-DD96-4F9A-8D86-AB9237327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59" y="1264384"/>
            <a:ext cx="4324954" cy="41915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83D685-2753-4102-AFF1-3173FDB02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900" y="1218916"/>
            <a:ext cx="3266591" cy="4237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53209" y="1081317"/>
            <a:ext cx="1054777" cy="1054777"/>
            <a:chOff x="953209" y="1081317"/>
            <a:chExt cx="1054777" cy="105477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209" y="1081317"/>
              <a:ext cx="1054777" cy="105477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71600" y="1273387"/>
            <a:ext cx="957744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7200" kern="0" spc="-3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Li-Car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972207" y="2708413"/>
            <a:ext cx="7053208" cy="18055"/>
            <a:chOff x="972207" y="2708413"/>
            <a:chExt cx="7053208" cy="18055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972207" y="2708413"/>
              <a:ext cx="7053208" cy="180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257" y="1091699"/>
            <a:ext cx="548447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Black" pitchFamily="34" charset="0"/>
              </a:rPr>
              <a:t>2025.08 ~ 2025.09</a:t>
            </a:r>
            <a:endParaRPr 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2208" y="3298788"/>
            <a:ext cx="8508992" cy="55707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구현 사항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병동 내부의 자율주행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무선 통신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NFC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태그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YOLO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약 인식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Gazebo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을 활용한 자율주행 시뮬레이션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담당 역할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하드웨어 디자인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소프트웨어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담당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 스택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YOLOv8, Gazebo, WPF, ROS2</a:t>
            </a: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 선정 이유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YOLOv8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신속한 약 인식과 학습된 데이터에 대한 높은 정확도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Gazebo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시뮬레이션 속도 조절과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ROS2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와의 높은 호환성</a:t>
            </a:r>
            <a:endParaRPr lang="en-US" altLang="ko-KR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ROS2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높은 안정성 및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분산성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확장된 실시간성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0643" y="4571429"/>
            <a:ext cx="6171429" cy="4114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Noto Sans CJK KR Medium" pitchFamily="34" charset="0"/>
                <a:cs typeface="Noto Sans CJK KR Medium" pitchFamily="34" charset="0"/>
              </a:rPr>
              <a:t>이미지를 넣어 주세요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9443814" y="1170206"/>
            <a:ext cx="7990409" cy="7992426"/>
            <a:chOff x="9443814" y="1170206"/>
            <a:chExt cx="7990409" cy="799242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3814" y="1170206"/>
              <a:ext cx="7990409" cy="799242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 rot="-21600000">
            <a:off x="9426967" y="9271512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AI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를 활용한 약 식별과 </a:t>
            </a:r>
            <a:r>
              <a:rPr lang="en-US" altLang="ko-KR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NFC 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태그를 이용한 오픈 기능 탑재한 자율주행 로봇 모형</a:t>
            </a:r>
            <a:endParaRPr 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AFA36A-6C64-414A-A966-5E18050BE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199" y="1200900"/>
            <a:ext cx="7896775" cy="7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4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5238" y="9275632"/>
            <a:ext cx="617142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Li-Car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 rot="-21600000">
            <a:off x="1219200" y="826201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Gazebo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를 활용한 병동 내부와 엘리베이터 호출 시뮬레이션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2" name="Object 3"/>
          <p:cNvSpPr txBox="1"/>
          <p:nvPr/>
        </p:nvSpPr>
        <p:spPr>
          <a:xfrm rot="-21600000">
            <a:off x="9432715" y="819479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NFC 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태그를 활용해 자율주행 모형의 상자 자동 오픈 기능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3" name="Object 10"/>
          <p:cNvSpPr txBox="1"/>
          <p:nvPr/>
        </p:nvSpPr>
        <p:spPr>
          <a:xfrm>
            <a:off x="1244600" y="5719196"/>
            <a:ext cx="15595600" cy="330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 성과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Gazebo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자율주행 시뮬레이션 경험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ROS2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무선 통신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YOLOv8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을 활용한 약 데이터 학습 및 성능 향상 시킴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SSAFY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에서 제공했던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MORAI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는 노트북으로 활용하기 적합 하지 않았고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그에 따라 여러 시뮬레이션을 활용하며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Gazebo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선택하게 되었음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웹 개발과는 달랐던 임베디드 개발을 경험해보며 다양한 툴과 도구를 개발에 활용하는 과정이 처음엔 적응하기 어려웠으나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많은 가능성을 느끼고</a:t>
            </a:r>
            <a:endParaRPr lang="en-US" altLang="ko-KR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 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팀원들이 개발하는 것을 보며 많이 배웠음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sz="17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리뷰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Linux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활용해볼 수 있는 기회가 있었는데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담당한 부분이 아니었다고 하지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않았던게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아쉬운 기억으로 남음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NFC,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Camera, LED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센서 등 다양한 임베디드 부품을 활용해 프로젝트에 녹이는 팀원들을 보며 기술적으로 많이 배웠음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8A514C-509B-4D49-8182-042EFC27C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00" y="1211862"/>
            <a:ext cx="6677000" cy="42833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044513-74F6-4BCB-BB73-2EEC62EC6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715" y="1226150"/>
            <a:ext cx="5675051" cy="42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8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53209" y="1081317"/>
            <a:ext cx="1054777" cy="1054777"/>
            <a:chOff x="953209" y="1081317"/>
            <a:chExt cx="1054777" cy="105477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3209" y="1081317"/>
              <a:ext cx="1054777" cy="105477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71600" y="1273387"/>
            <a:ext cx="957744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7200" kern="0" spc="-3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롱과 숏 사이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972207" y="2708413"/>
            <a:ext cx="7053208" cy="18055"/>
            <a:chOff x="972207" y="2708413"/>
            <a:chExt cx="7053208" cy="18055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972207" y="2708413"/>
              <a:ext cx="7053208" cy="180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257" y="1091699"/>
            <a:ext cx="548447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Black" pitchFamily="34" charset="0"/>
              </a:rPr>
              <a:t>2025.10 ~ 2025.11</a:t>
            </a:r>
            <a:endParaRPr 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2207" y="3298788"/>
            <a:ext cx="10825575" cy="52168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구현 사항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AI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주식 종목 분석과 주식 포트폴리오 구현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모의 투자 환경 조성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주식 추천 기능 구현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담당 역할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AI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주식 추천 기능 구현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주식 포트폴리오 화면 구현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 스택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Spring Boot, React, PostgreSQL</a:t>
            </a:r>
          </a:p>
          <a:p>
            <a:pPr>
              <a:spcBef>
                <a:spcPts val="600"/>
              </a:spcBef>
            </a:pP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기술 선정 이유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Spring Boot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의존성 및 버전 관리 간소화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간변한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배포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 - React :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자유로운 디렉토리 구조 확보 및 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React Hooks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를 활용한 재사용성 확보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0643" y="4571429"/>
            <a:ext cx="6171429" cy="4114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Noto Sans CJK KR Medium" pitchFamily="34" charset="0"/>
                <a:cs typeface="Noto Sans CJK KR Medium" pitchFamily="34" charset="0"/>
              </a:rPr>
              <a:t>이미지를 넣어 주세요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9443814" y="1170206"/>
            <a:ext cx="7990409" cy="7992426"/>
            <a:chOff x="9443814" y="1170206"/>
            <a:chExt cx="7990409" cy="799242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3814" y="1170206"/>
              <a:ext cx="7990409" cy="799242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 rot="-21600000">
            <a:off x="9426967" y="9271512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선택된 종목에 대한 </a:t>
            </a:r>
            <a:r>
              <a:rPr lang="en-US" altLang="ko-KR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AI 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투자 분석 지표</a:t>
            </a:r>
            <a:endParaRPr 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31651A-5FED-418E-9C20-E895C02C00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7"/>
          <a:stretch/>
        </p:blipFill>
        <p:spPr>
          <a:xfrm>
            <a:off x="9426966" y="1170206"/>
            <a:ext cx="8007257" cy="794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5238" y="9275632"/>
            <a:ext cx="617142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18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oto Sans CJK KR Black" pitchFamily="34" charset="0"/>
              </a:rPr>
              <a:t>롱과 숏 사이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 rot="-21600000">
            <a:off x="1219200" y="826201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모의 투자 포트폴리오 화면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600" y="5719196"/>
            <a:ext cx="15595600" cy="330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 성과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AI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투자 애널리스트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정밀 기술적 분석 엔진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직관적인 사용자 경험 구현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주식에 대한 지식이 전반적으로 부족하여 서로 학습하고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공유하며 프로젝트의 기반이 되는 지식을 쌓았음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주식에 대한 전반적인 지식 확보와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개발 역량 향상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endParaRPr lang="en-US" sz="17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Regular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프로젝트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리뷰</a:t>
            </a:r>
            <a:r>
              <a:rPr lang="en-US" sz="2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Light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내가 구현하고 싶은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파트가 있다면 이젠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자신있게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팀원들이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만족할만한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개발이 가능해짐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-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프론트엔드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개발을 지향하면서도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백엔드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개발에도 관심을 갖는데</a:t>
            </a:r>
            <a:r>
              <a:rPr lang="en-US" altLang="ko-KR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한 팀원이 </a:t>
            </a:r>
            <a:r>
              <a:rPr lang="ko-KR" altLang="en-US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백엔드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개발 환경 구축과 배포를 능숙하게 해내는 것을 보며</a:t>
            </a:r>
            <a:endParaRPr lang="en-US" altLang="ko-KR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   </a:t>
            </a:r>
            <a:r>
              <a:rPr lang="ko-KR" altLang="en-US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기술적으로 많이 배우게 되었음</a:t>
            </a:r>
            <a:r>
              <a:rPr lang="en-US" altLang="ko-KR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oto Sans CJK KR Light" pitchFamily="34" charset="0"/>
              </a:rPr>
              <a:t>.</a:t>
            </a:r>
            <a:endParaRPr lang="en-US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Noto Sans CJK KR Light" pitchFamily="34" charset="0"/>
            </a:endParaRPr>
          </a:p>
        </p:txBody>
      </p:sp>
      <p:sp>
        <p:nvSpPr>
          <p:cNvPr id="12" name="Object 3"/>
          <p:cNvSpPr txBox="1"/>
          <p:nvPr/>
        </p:nvSpPr>
        <p:spPr>
          <a:xfrm rot="-21600000">
            <a:off x="9432715" y="819479"/>
            <a:ext cx="73857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모의 투자에 대한 </a:t>
            </a:r>
            <a:r>
              <a:rPr lang="ko-KR" altLang="en-US" sz="12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손익률</a:t>
            </a:r>
            <a:r>
              <a:rPr lang="ko-KR" altLang="en-US" sz="12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oto Sans CJK KR Regular" pitchFamily="34" charset="0"/>
              </a:rPr>
              <a:t> 및 나의 모의 주식 화면</a:t>
            </a:r>
            <a:endParaRPr lang="en-US" sz="12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Noto Sans CJK KR Regular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0F67E3-E331-4F94-A402-D0577573C9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226150"/>
            <a:ext cx="7576739" cy="42471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492156-5707-4596-97A3-CFDEC02DC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714" y="1226150"/>
            <a:ext cx="7636087" cy="422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8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934</Words>
  <Application>Microsoft Office PowerPoint</Application>
  <PresentationFormat>사용자 지정</PresentationFormat>
  <Paragraphs>134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Noto Sans CJK KR Medium</vt:lpstr>
      <vt:lpstr>나눔스퀘어</vt:lpstr>
      <vt:lpstr>나눔스퀘어 Bold</vt:lpstr>
      <vt:lpstr>나눔스퀘어 ExtraBold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박지훈</cp:lastModifiedBy>
  <cp:revision>63</cp:revision>
  <dcterms:created xsi:type="dcterms:W3CDTF">2023-03-21T18:34:08Z</dcterms:created>
  <dcterms:modified xsi:type="dcterms:W3CDTF">2025-11-26T01:19:36Z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